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640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🏝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194560" y="1600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 航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194560" y="2697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探索每一座数字岛屿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56048" y="3429000"/>
            <a:ext cx="2286000" cy="64008"/>
          </a:xfrm>
          <a:prstGeom prst="roundRect">
            <a:avLst>
              <a:gd name="adj" fmla="val 714286"/>
            </a:avLst>
          </a:prstGeom>
          <a:solidFill>
            <a:srgbClr val="00E5C7"/>
          </a:solidFill>
          <a:ln/>
        </p:spPr>
      </p:sp>
      <p:sp>
        <p:nvSpPr>
          <p:cNvPr id="12" name="Shape 10"/>
          <p:cNvSpPr/>
          <p:nvPr/>
        </p:nvSpPr>
        <p:spPr>
          <a:xfrm>
            <a:off x="4956048" y="3429000"/>
            <a:ext cx="1371600" cy="64008"/>
          </a:xfrm>
          <a:prstGeom prst="roundRect">
            <a:avLst>
              <a:gd name="adj" fmla="val 714286"/>
            </a:avLst>
          </a:prstGeom>
          <a:solidFill>
            <a:srgbClr val="7C4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5268" y="3886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50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55268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 · 网址导航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32708" y="3886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50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2708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 · 自包含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0148" y="3886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50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0148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极光玻璃拟态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87588" y="3886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50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7588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离线可用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94560" y="4800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项目介绍  ·  2026-08-28  ·  v11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这是什么 · 为什么做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屿航是一个「本地优先」的个人网址导航站：极简展示风 + 极光背景 + 毛玻璃卡片，多标签分类导航。每一个网站都是一座数字小岛，这里是你的航行起点。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" y="2715768"/>
            <a:ext cx="502920" cy="54864"/>
          </a:xfrm>
          <a:prstGeom prst="roundRect">
            <a:avLst>
              <a:gd name="adj" fmla="val 833333"/>
            </a:avLst>
          </a:prstGeom>
          <a:solidFill>
            <a:srgbClr val="7C4D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零安装即用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index.html 即可打开，无需本地服务、无需构建、无需后端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4512" y="2514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90544" y="2715768"/>
            <a:ext cx="502920" cy="54864"/>
          </a:xfrm>
          <a:prstGeom prst="roundRect">
            <a:avLst>
              <a:gd name="adj" fmla="val 833333"/>
            </a:avLst>
          </a:prstGeom>
          <a:solidFill>
            <a:srgbClr val="00E5C7"/>
          </a:solidFill>
          <a:ln/>
        </p:spPr>
      </p:sp>
      <p:sp>
        <p:nvSpPr>
          <p:cNvPr id="19" name="Text 17"/>
          <p:cNvSpPr/>
          <p:nvPr/>
        </p:nvSpPr>
        <p:spPr>
          <a:xfrm>
            <a:off x="3563112" y="27889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纯前端自包含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3112" y="324612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HTML/CSS/JS，无框架依赖，数据文件随站点分发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6104" y="2514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2136" y="2715768"/>
            <a:ext cx="502920" cy="54864"/>
          </a:xfrm>
          <a:prstGeom prst="roundRect">
            <a:avLst>
              <a:gd name="adj" fmla="val 833333"/>
            </a:avLst>
          </a:prstGeom>
          <a:solidFill>
            <a:srgbClr val="3D8B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94704" y="27889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本地数据优先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94704" y="324612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 / 点击 / 工作区等数据存 localStorage，可导出导入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97696" y="2514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728" y="2715768"/>
            <a:ext cx="502920" cy="54864"/>
          </a:xfrm>
          <a:prstGeom prst="roundRect">
            <a:avLst>
              <a:gd name="adj" fmla="val 833333"/>
            </a:avLst>
          </a:prstGeom>
          <a:solidFill>
            <a:srgbClr val="FF6E9C"/>
          </a:solidFill>
          <a:ln/>
        </p:spPr>
      </p:sp>
      <p:sp>
        <p:nvSpPr>
          <p:cNvPr id="27" name="Text 25"/>
          <p:cNvSpPr/>
          <p:nvPr/>
        </p:nvSpPr>
        <p:spPr>
          <a:xfrm>
            <a:off x="9226296" y="27889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渐进增强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26296" y="3246120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Supabase 云同步、PWA 离线、单文件打包部署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617720"/>
            <a:ext cx="2688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1462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02920" y="519379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收录网站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4512" y="4617720"/>
            <a:ext cx="2688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334512" y="519379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分类标签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66104" y="4617720"/>
            <a:ext cx="2688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× 7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66104" y="519379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× 强调色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97696" y="4617720"/>
            <a:ext cx="2688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997696" y="519379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四大功能页面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 · todo · ip · admin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2688336" cy="4206240"/>
          </a:xfrm>
          <a:prstGeom prst="roundRect">
            <a:avLst>
              <a:gd name="adj" fmla="val 3061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48132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index.html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主页面 · 导航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2322576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2542032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50592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 + 玻璃卡片双列网格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22376" y="3163824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54096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分类 / 收藏 / 工作区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22376" y="3785616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57600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个人主页式开场页 + 整屏起始页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22376" y="4407408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61104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全网热搜 · 工具箱 · 排行榜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334512" y="1280160"/>
            <a:ext cx="2688336" cy="4206240"/>
          </a:xfrm>
          <a:prstGeom prst="roundRect">
            <a:avLst>
              <a:gd name="adj" fmla="val 3061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17392" y="148132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todo.html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517392" y="19385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待办清单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17392" y="2331720"/>
            <a:ext cx="2322576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53968" y="2542032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8" name="Text 26"/>
          <p:cNvSpPr/>
          <p:nvPr/>
        </p:nvSpPr>
        <p:spPr>
          <a:xfrm>
            <a:off x="3745992" y="2450592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 / 完成 / 优先级 / 标签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553968" y="3163824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0" name="Text 28"/>
          <p:cNvSpPr/>
          <p:nvPr/>
        </p:nvSpPr>
        <p:spPr>
          <a:xfrm>
            <a:off x="3745992" y="3054096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多维筛选 + 进度统计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553968" y="3785616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2" name="Text 30"/>
          <p:cNvSpPr/>
          <p:nvPr/>
        </p:nvSpPr>
        <p:spPr>
          <a:xfrm>
            <a:off x="3745992" y="3657600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屿咪角色伴随 + 庆祝动画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3553968" y="4407408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4" name="Text 32"/>
          <p:cNvSpPr/>
          <p:nvPr/>
        </p:nvSpPr>
        <p:spPr>
          <a:xfrm>
            <a:off x="3745992" y="4261104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软删除撤销 · 键盘全支持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166104" y="1280160"/>
            <a:ext cx="2688336" cy="4206240"/>
          </a:xfrm>
          <a:prstGeom prst="roundRect">
            <a:avLst>
              <a:gd name="adj" fmla="val 3061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48984" y="148132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🐱 ip.html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6348984" y="19385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屿咪 IP 角色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48984" y="2331720"/>
            <a:ext cx="2322576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5560" y="2542032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77584" y="2450592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角色图鉴 + 5 种表情互动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385560" y="3163824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2" name="Text 40"/>
          <p:cNvSpPr/>
          <p:nvPr/>
        </p:nvSpPr>
        <p:spPr>
          <a:xfrm>
            <a:off x="6577584" y="3054096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技能条 / 色卡 / 引言金句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385560" y="3785616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77584" y="3657600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极光背景 + 玻璃拟态包装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6385560" y="4407408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6" name="Text 44"/>
          <p:cNvSpPr/>
          <p:nvPr/>
        </p:nvSpPr>
        <p:spPr>
          <a:xfrm>
            <a:off x="6577584" y="4261104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 720px 断点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8997696" y="1280160"/>
            <a:ext cx="2688336" cy="4206240"/>
          </a:xfrm>
          <a:prstGeom prst="roundRect">
            <a:avLst>
              <a:gd name="adj" fmla="val 3061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80576" y="148132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 admin.html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9180576" y="19385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180576" y="2331720"/>
            <a:ext cx="2322576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17152" y="2542032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52" name="Text 50"/>
          <p:cNvSpPr/>
          <p:nvPr/>
        </p:nvSpPr>
        <p:spPr>
          <a:xfrm>
            <a:off x="9409176" y="2450592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站点增删改 + 模糊搜索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9217152" y="3163824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54" name="Text 52"/>
          <p:cNvSpPr/>
          <p:nvPr/>
        </p:nvSpPr>
        <p:spPr>
          <a:xfrm>
            <a:off x="9409176" y="3054096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批量操作 / 分页 / 校验面板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9217152" y="3785616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56" name="Text 54"/>
          <p:cNvSpPr/>
          <p:nvPr/>
        </p:nvSpPr>
        <p:spPr>
          <a:xfrm>
            <a:off x="9409176" y="3657600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sites.js / sites.tsv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9217152" y="4407408"/>
            <a:ext cx="109728" cy="10972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58" name="Text 56"/>
          <p:cNvSpPr/>
          <p:nvPr/>
        </p:nvSpPr>
        <p:spPr>
          <a:xfrm>
            <a:off x="9409176" y="4261104"/>
            <a:ext cx="20939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站长反馈记录（Supabase）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 · 极光玻璃拟态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套界面风格 × 7 种强调色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5486400" cy="2926080"/>
          </a:xfrm>
          <a:prstGeom prst="roundRect">
            <a:avLst>
              <a:gd name="adj" fmla="val 2813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设计语言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975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极光背景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06040" y="19751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深空蓝底 + 流动光斑，主题化染色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5786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毛玻璃卡片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06040" y="2542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.glass 微描边 + 浅投影，半透明质感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145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token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60604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级字号体系 + --accent / --glass-* 变量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7124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6758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动效降级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06040" y="3675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 prefers-reduced-motion 与低性能模式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5468112" cy="2926080"/>
          </a:xfrm>
          <a:prstGeom prst="roundRect">
            <a:avLst>
              <a:gd name="adj" fmla="val 2813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套界面风格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2240" y="1965960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96596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9872" y="1965960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196596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747504" y="1965960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47504" y="196596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粗野主义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2532888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53288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赛博霓虹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19872" y="2532888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253288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47504" y="2532888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47504" y="253288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瑞士极简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3099816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09981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玻璃拟态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19872" y="3099816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9872" y="309981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手帐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747504" y="3099816"/>
            <a:ext cx="1481328" cy="438912"/>
          </a:xfrm>
          <a:prstGeom prst="roundRect">
            <a:avLst>
              <a:gd name="adj" fmla="val 25000"/>
            </a:avLst>
          </a:prstGeom>
          <a:solidFill>
            <a:srgbClr val="1C2650">
              <a:alpha val="85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47504" y="309981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空间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默认：粗野主义；风格与颜色独立设置，自动记忆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4348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7240" y="4617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种强调色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2377440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7C4DFF"/>
          </a:solidFill>
          <a:ln/>
        </p:spPr>
      </p:sp>
      <p:sp>
        <p:nvSpPr>
          <p:cNvPr id="49" name="Text 47"/>
          <p:cNvSpPr/>
          <p:nvPr/>
        </p:nvSpPr>
        <p:spPr>
          <a:xfrm>
            <a:off x="2377440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#7C4DFF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39312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00E5C7"/>
          </a:solidFill>
          <a:ln/>
        </p:spPr>
      </p:sp>
      <p:sp>
        <p:nvSpPr>
          <p:cNvPr id="51" name="Text 49"/>
          <p:cNvSpPr/>
          <p:nvPr/>
        </p:nvSpPr>
        <p:spPr>
          <a:xfrm>
            <a:off x="3639312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#00E5C7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01184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3D8BFF"/>
          </a:solidFill>
          <a:ln/>
        </p:spPr>
      </p:sp>
      <p:sp>
        <p:nvSpPr>
          <p:cNvPr id="53" name="Text 51"/>
          <p:cNvSpPr/>
          <p:nvPr/>
        </p:nvSpPr>
        <p:spPr>
          <a:xfrm>
            <a:off x="4901184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#3D8BFF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63056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FF6E9C"/>
          </a:solidFill>
          <a:ln/>
        </p:spPr>
      </p:sp>
      <p:sp>
        <p:nvSpPr>
          <p:cNvPr id="55" name="Text 53"/>
          <p:cNvSpPr/>
          <p:nvPr/>
        </p:nvSpPr>
        <p:spPr>
          <a:xfrm>
            <a:off x="6163056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#FF6E9C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424928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FFC94D"/>
          </a:solidFill>
          <a:ln/>
        </p:spPr>
      </p:sp>
      <p:sp>
        <p:nvSpPr>
          <p:cNvPr id="57" name="Text 55"/>
          <p:cNvSpPr/>
          <p:nvPr/>
        </p:nvSpPr>
        <p:spPr>
          <a:xfrm>
            <a:off x="7424928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#FFC94D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686800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FF8A3D"/>
          </a:solidFill>
          <a:ln/>
        </p:spPr>
      </p:sp>
      <p:sp>
        <p:nvSpPr>
          <p:cNvPr id="59" name="Text 57"/>
          <p:cNvSpPr/>
          <p:nvPr/>
        </p:nvSpPr>
        <p:spPr>
          <a:xfrm>
            <a:off x="8686800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#FF8A3D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948672" y="4681728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4DD0E1"/>
          </a:solidFill>
          <a:ln/>
        </p:spPr>
      </p:sp>
      <p:sp>
        <p:nvSpPr>
          <p:cNvPr id="61" name="Text 59"/>
          <p:cNvSpPr/>
          <p:nvPr/>
        </p:nvSpPr>
        <p:spPr>
          <a:xfrm>
            <a:off x="9948672" y="5193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#4DD0E1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数据管线 · 一处治理，多处复用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源头 → 清洗 → 分发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" y="1993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data/sites.tsv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24871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 8 列制表符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简称/全名/大类/标签/简介/详情/网址/加速器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54096" y="2148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64992" y="13716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47872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547872" y="1993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sites-lib.js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47872" y="24871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公共数据模块：TSV 解析、网址修正、去重合并、灰色站点删除、多标签分类、序列化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16168" y="2148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27064" y="13716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9944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9944" y="1993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build.mjs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24871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构建入口（复用 sites-lib），生成 web/data/sites.js 与 data/sites.json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78240" y="2148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089136" y="13716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72016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72016" y="1993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web/data/sites.js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272016" y="248716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浏览器直接读取的站点数据（1462 条），主页面加载渲染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06908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233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后台管理页回环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77240" y="464515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web/admin.html 读取数据 → 表格编辑（增删改 / 搜索 / 校验）→ 一键导出 sites.js / sites.tsv → 刷新主站即生效；纯本地、无后端，浏览器安全模型下用「读取 → 导出」模式。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· 搜索与导航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发现数字岛屿的入口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5468112" cy="1554480"/>
          </a:xfrm>
          <a:prstGeom prst="roundRect">
            <a:avLst>
              <a:gd name="adj" fmla="val 5294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088" y="1444752"/>
            <a:ext cx="457200" cy="45720"/>
          </a:xfrm>
          <a:prstGeom prst="roundRect">
            <a:avLst>
              <a:gd name="adj" fmla="val 1000000"/>
            </a:avLst>
          </a:prstGeom>
          <a:solidFill>
            <a:srgbClr val="7C4D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481328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智能搜索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1901952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防抖 + 模糊匹配：名称 / 全名 / 标签 / 简介，错别字容错（chagpt → ChatGPT），精确命中置顶；搜索热词记录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5468112" cy="1554480"/>
          </a:xfrm>
          <a:prstGeom prst="roundRect">
            <a:avLst>
              <a:gd name="adj" fmla="val 5294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1444752"/>
            <a:ext cx="457200" cy="45720"/>
          </a:xfrm>
          <a:prstGeom prst="roundRect">
            <a:avLst>
              <a:gd name="adj" fmla="val 1000000"/>
            </a:avLst>
          </a:prstGeom>
          <a:solidFill>
            <a:srgbClr val="00E5C7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481328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多引擎切换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1901952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 / 百度 / 谷歌 / 必应 / B站 / 知乎 / GitHub 一键直达；输入即联想，下拉实时匹配站名，识别网址给「直达」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02920" y="3081528"/>
            <a:ext cx="5468112" cy="1554480"/>
          </a:xfrm>
          <a:prstGeom prst="roundRect">
            <a:avLst>
              <a:gd name="adj" fmla="val 5294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3246120"/>
            <a:ext cx="457200" cy="45720"/>
          </a:xfrm>
          <a:prstGeom prst="roundRect">
            <a:avLst>
              <a:gd name="adj" fmla="val 1000000"/>
            </a:avLst>
          </a:prstGeom>
          <a:solidFill>
            <a:srgbClr val="3D8B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82696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多标签分类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个精简分类，一个网站可属多个分类；左侧多选叠加筛选，卡片默认按名称（拼音）排序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17920" y="3081528"/>
            <a:ext cx="5468112" cy="1554480"/>
          </a:xfrm>
          <a:prstGeom prst="roundRect">
            <a:avLst>
              <a:gd name="adj" fmla="val 5294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3246120"/>
            <a:ext cx="457200" cy="45720"/>
          </a:xfrm>
          <a:prstGeom prst="roundRect">
            <a:avLst>
              <a:gd name="adj" fmla="val 1000000"/>
            </a:avLst>
          </a:prstGeom>
          <a:solidFill>
            <a:srgbClr val="FF6E9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282696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随机探索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46520" y="3703320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「今天去哪」先随机选出再让你决定；漫游模式每 4 秒自动打开一个网站；为你推荐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02920" y="4882896"/>
            <a:ext cx="5468112" cy="1554480"/>
          </a:xfrm>
          <a:prstGeom prst="roundRect">
            <a:avLst>
              <a:gd name="adj" fmla="val 5294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4088" y="5047488"/>
            <a:ext cx="457200" cy="45720"/>
          </a:xfrm>
          <a:prstGeom prst="roundRect">
            <a:avLst>
              <a:gd name="adj" fmla="val 1000000"/>
            </a:avLst>
          </a:prstGeom>
          <a:solidFill>
            <a:srgbClr val="FFC94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84064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收藏体系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31520" y="5504688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 / 最常访问 / 工作区 / 我的网站，一键全部打开（&gt;8 个先确认）；数据本地统计 + 可视化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17920" y="4882896"/>
            <a:ext cx="5468112" cy="1554480"/>
          </a:xfrm>
          <a:prstGeom prst="roundRect">
            <a:avLst>
              <a:gd name="adj" fmla="val 5294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5047488"/>
            <a:ext cx="457200" cy="45720"/>
          </a:xfrm>
          <a:prstGeom prst="roundRect">
            <a:avLst>
              <a:gd name="adj" fmla="val 1000000"/>
            </a:avLst>
          </a:prstGeom>
          <a:solidFill>
            <a:srgbClr val="3D8B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5084064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全网热搜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446520" y="5504688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聚合微博 / 知乎 / 百度 / 抖音 / B站 / 头条；多源接口自动回退，本地过滤框快速筛选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· 工具箱与效率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个纯本地小工具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随机密码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9384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9384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55848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82312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8776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字数统计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UUID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61704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61704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颜色转换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88168" y="137160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88168" y="137160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编解码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正则测试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9384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9384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单位换算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55848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82312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函数图像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08776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番茄钟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35240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61704" y="2103120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1B2550">
              <a:alpha val="88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61704" y="21031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查询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306324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快捷查询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2377440" y="324612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101A38"/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3246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快递查询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58768" y="324612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101A38"/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58768" y="3246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航班查询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40096" y="324612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101A38"/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0096" y="3246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汇率查询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21424" y="324612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101A38"/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3246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归属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02752" y="324612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101A38"/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02752" y="3246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🧭 网址直达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84080" y="324612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101A38"/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0" y="32461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热搜榜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29768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77240" y="4462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效率特性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777240" y="48646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33272" y="48646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键盘快捷键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2404872" y="4864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聚焦搜索 · ? 快捷键说明 · Esc 关闭 · 方向键浏览卡片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6309360" y="48646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565392" y="48646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最近访问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936992" y="4864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本地记录最近 30 个网站，侧栏一键找回（游客可用）</a:t>
            </a:r>
            <a:endParaRPr lang="en-US" sz="1030" dirty="0"/>
          </a:p>
        </p:txBody>
      </p:sp>
      <p:sp>
        <p:nvSpPr>
          <p:cNvPr id="63" name="Text 61"/>
          <p:cNvSpPr/>
          <p:nvPr/>
        </p:nvSpPr>
        <p:spPr>
          <a:xfrm>
            <a:off x="777240" y="5431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33272" y="5431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数据备份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2404872" y="5431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 / 导入 JSON；浏览器书签 ⇄ 个人网站互转</a:t>
            </a:r>
            <a:endParaRPr lang="en-US" sz="1030" dirty="0"/>
          </a:p>
        </p:txBody>
      </p:sp>
      <p:sp>
        <p:nvSpPr>
          <p:cNvPr id="66" name="Text 64"/>
          <p:cNvSpPr/>
          <p:nvPr/>
        </p:nvSpPr>
        <p:spPr>
          <a:xfrm>
            <a:off x="6309360" y="5431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65392" y="5431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 / 统计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7936992" y="5431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主页实时时间；本地收藏 / 点击 / 工作区统计可视化</a:t>
            </a:r>
            <a:endParaRPr lang="en-US" sz="1030" dirty="0"/>
          </a:p>
        </p:txBody>
      </p:sp>
      <p:sp>
        <p:nvSpPr>
          <p:cNvPr id="69" name="Shape 6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整屏起始页 · 青柠风格本地化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#startpage · 与个人主页式开场页并存切换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时间与问候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9808" y="1938528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8653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大时钟 + 实时日期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49808" y="2340864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2677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时段问候 + 逐字弹簧每日一言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49808" y="2743200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670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点击换一句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06824" y="12801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35424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多引擎搜索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53712" y="1938528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18653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自建同款下拉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4553712" y="2340864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4" name="Text 22"/>
          <p:cNvSpPr/>
          <p:nvPr/>
        </p:nvSpPr>
        <p:spPr>
          <a:xfrm>
            <a:off x="4718304" y="22677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与顶栏引擎双向同步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553712" y="2743200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2670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单一真相来源 localStorage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8110728" y="12801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39328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输入即联想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357616" y="1938528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18653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站内站点实时匹配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8357616" y="2340864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22677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网址自动识别「直达」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357616" y="2743200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2670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回车交主站 / 新标签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502920" y="3483864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分类直达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749808" y="4142232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069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chips 取自 SITES_META.tags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749808" y="4544568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4714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点击切主站对应分类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749808" y="4946904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8737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回到导航流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4306824" y="3483864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35424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快捷链接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4553712" y="4142232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46" name="Text 44"/>
          <p:cNvSpPr/>
          <p:nvPr/>
        </p:nvSpPr>
        <p:spPr>
          <a:xfrm>
            <a:off x="4718304" y="4069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 / HTML5 拖拽排序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4553712" y="4544568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48" name="Text 46"/>
          <p:cNvSpPr/>
          <p:nvPr/>
        </p:nvSpPr>
        <p:spPr>
          <a:xfrm>
            <a:off x="4718304" y="44714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favicon 多源回退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4553712" y="4946904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50" name="Text 48"/>
          <p:cNvSpPr/>
          <p:nvPr/>
        </p:nvSpPr>
        <p:spPr>
          <a:xfrm>
            <a:off x="4718304" y="48737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12 个取自站内真实收录</a:t>
            </a:r>
            <a:endParaRPr lang="en-US" sz="1060" dirty="0"/>
          </a:p>
        </p:txBody>
      </p:sp>
      <p:sp>
        <p:nvSpPr>
          <p:cNvPr id="51" name="Shape 49"/>
          <p:cNvSpPr/>
          <p:nvPr/>
        </p:nvSpPr>
        <p:spPr>
          <a:xfrm>
            <a:off x="8110728" y="3483864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339328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壁纸系统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8357616" y="4142232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54" name="Text 52"/>
          <p:cNvSpPr/>
          <p:nvPr/>
        </p:nvSpPr>
        <p:spPr>
          <a:xfrm>
            <a:off x="8522208" y="4069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 / 海蓝 / 必应每日 / 暗夜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8357616" y="4544568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56" name="Text 54"/>
          <p:cNvSpPr/>
          <p:nvPr/>
        </p:nvSpPr>
        <p:spPr>
          <a:xfrm>
            <a:off x="8522208" y="44714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离线自动回落极光</a:t>
            </a:r>
            <a:endParaRPr lang="en-US" sz="1060" dirty="0"/>
          </a:p>
        </p:txBody>
      </p:sp>
      <p:sp>
        <p:nvSpPr>
          <p:cNvPr id="57" name="Shape 55"/>
          <p:cNvSpPr/>
          <p:nvPr/>
        </p:nvSpPr>
        <p:spPr>
          <a:xfrm>
            <a:off x="8357616" y="4946904"/>
            <a:ext cx="100584" cy="1005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58" name="Text 56"/>
          <p:cNvSpPr/>
          <p:nvPr/>
        </p:nvSpPr>
        <p:spPr>
          <a:xfrm>
            <a:off x="8522208" y="48737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不报错不跳转</a:t>
            </a:r>
            <a:endParaRPr lang="en-US" sz="1060" dirty="0"/>
          </a:p>
        </p:txBody>
      </p:sp>
      <p:sp>
        <p:nvSpPr>
          <p:cNvPr id="59" name="Shape 5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加载体验与性能优化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开箱即快 · 尊重系统动效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加载体验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9751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品牌加载动画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9751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 浮动 + 进度条，资源就绪后淡出衔接开场动画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77240" y="25786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弹簧开场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254203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卡片交错入场 + 标题字母逐字弹簧 + 头像可拖拽回弹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77240" y="3145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108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视差联动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14600" y="3108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滚动时内容下沉 / 缩放 / 淡出，形态渐变 blob 光斑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" y="37124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6758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动效降级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36758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prefers-reduced-motion 全面尊重，低性能模式直出终态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5468112" cy="2743200"/>
          </a:xfrm>
          <a:prstGeom prst="roundRect">
            <a:avLst>
              <a:gd name="adj" fmla="val 3000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19751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preload + defer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19751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体积最大的数据/脚本提前并行下载，不阻塞解析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24780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preconnect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24780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外部接口预连接，favicon 多源回退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懒加载图标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29809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IntersectionObserver 进入视口才加载，1000+ 站点不并发请求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4838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content-visibility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0" y="34838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视口外卡片跳过渲染，mousemove 节流至每帧一次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39867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 / brotli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0" y="39867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compress.mjs 生成压缩版，服务器开 gzip_static 主数据省约 80%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29768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4462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离线可用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2788920" y="44622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Worker 缓存应用外壳，断网可浏览；sites.js 走「网络优先」，后台修改后刷新即生效，离线自动回退缓存。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7223760" y="4462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单文件打包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235440" y="44622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package.mjs 内联全部本地资源 → dist/index.html（约 340KB），离线即可浏览/搜索/收藏/工具全可用。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登录与云同步 · Supabase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可选能力 · 渐进增强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9751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邮箱登录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1975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忘记密码 / 修改密码，密码强度校验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777240" y="25786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注册需管理员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25420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按「用户名 / 密码」格式发邮件，面板一键复制申请内容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777240" y="3145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108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密钥纪律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service_role 绝不进前端；config.js 仅含 URL + anon 公钥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77240" y="37124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675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站长反馈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97480" y="3675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 DEFINER 函数校验站长 JWT 邮箱，仅站长可见全部反馈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5468112" cy="2834640"/>
          </a:xfrm>
          <a:prstGeom prst="roundRect">
            <a:avLst>
              <a:gd name="adj" fmla="val 2903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云同步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19751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同步范围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19751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 · 点击统计 · 个人网站跨设备同步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6492240" y="25420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25054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25054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RLS 行级权限，每行带 user_id，仅本人可见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6492240" y="30723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30358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3035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只读聚合（get_site_stats RPC），不暴露个人明细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6492240" y="36027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566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分享开关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关闭后数据只留本地，不参与云同步与排行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6492240" y="41330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40965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我的网站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40965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编辑即推送 personal_sites，任意设备登录自动恢复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502920" y="434340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技术约束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2651760" y="45262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无构建工具 · 浏览器原生 ES Module · 不改变现有功能行为 · 主页面零依赖本地服务 · 如需完全零外链，可下载 supabase UMD 内联进单文件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 · 移动端 · 兼容性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每个人都能用好每一座岛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4813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1965960"/>
            <a:ext cx="3154680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1945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031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focus-visible 焦点样式（鼠标点击不残留）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28803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889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卡片方向键浏览 + Esc 关闭弹窗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5661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747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skip-link 跳过导航、aria 标签全覆盖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42519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605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role/aria-live 语义化（待办工具栏/列表）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88536" y="12801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17136" y="14813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17136" y="1965960"/>
            <a:ext cx="3154680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5424" y="21945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21031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固定底部导航：首页 / 搜索 / 收藏 / 工具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35424" y="28803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00016" y="27889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分类栏浓缩为「筛选」下拉（吸顶）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35424" y="35661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0016" y="34747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主站手机端一排 2 个卡片（紧凑型）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35424" y="42519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41605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管理页手机端 3 列迷你卡片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74152" y="12801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02752" y="14813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动效降级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2752" y="1965960"/>
            <a:ext cx="3154680" cy="0"/>
          </a:xfrm>
          <a:prstGeom prst="line">
            <a:avLst/>
          </a:prstGeom>
          <a:noFill/>
          <a:ln w="9525">
            <a:solidFill>
              <a:srgbClr val="2E3E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1945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85632" y="21031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prefers-reduced-motion 全面尊重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28803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85632" y="27889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data-perf=low/mid 低性能模式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3566160"/>
            <a:ext cx="100584" cy="100584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41" name="Text 39"/>
          <p:cNvSpPr/>
          <p:nvPr/>
        </p:nvSpPr>
        <p:spPr>
          <a:xfrm>
            <a:off x="8485632" y="34747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入场弹簧 / 极光流动 / 图标动画自动关闭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测试与质量保障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 · 冒烟测试 · 链接检测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426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test-search.mjs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140817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筛选（含模糊）逻辑回归测试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426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test-roundtrip.mjs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72600" y="140817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数据链路回归：build 输出与基线逐字节一致 + tsv 自洽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2920" y="256032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7066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test-hotlist.mjs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03320" y="268833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热搜榜解析测试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172200" y="256032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27066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smoke-app.mjs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72600" y="268833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主页面冒烟：启动 / 热搜降级 / 工具箱 / 多引擎搜索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9867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smoke-admin.mjs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03320" y="396849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管理页冒烟：列表 / 搜索 / 增删改 / 导出链路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172200" y="384048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9867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check-package.mjs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72600" y="396849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单文件校验：内联一致 + 真实引导启动 + 渲染卡片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" y="512064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52669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linkcheck.mjs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03320" y="524865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批量探测网址可达性 → linkcheck-report.json → 管理页一键标记失效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172200" y="5120640"/>
            <a:ext cx="5468112" cy="1078992"/>
          </a:xfrm>
          <a:prstGeom prst="roundRect">
            <a:avLst>
              <a:gd name="adj" fmla="val 7627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52669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analyze.mjs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372600" y="5248656"/>
            <a:ext cx="2039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数据质量分析报告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02920" y="512064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数据治理成果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017520" y="5303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合并同网址 29 组 · 修正 8 条缺失网址 · 删除 15 条灰色站点 · 分类精简 48 → 21 · 政务分类新增 · 链接健康清理 35 条死链 + 补回 14 个正确官网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8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4023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技术栈与项目结构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16152" y="932688"/>
            <a:ext cx="310896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20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无框架 · 原生三件套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3840480" cy="2377440"/>
          </a:xfrm>
          <a:prstGeom prst="roundRect">
            <a:avLst>
              <a:gd name="adj" fmla="val 346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44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19385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9019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901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 + 无障碍（skip-link / aria）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4048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2404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自定义属性 token · 极光渐变 · 玻璃拟态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29443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9077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2907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Module · IntersectionObserver · rAF 动画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4472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4107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4107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可选登录与云同步（PostgreSQL + RLS）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1280160"/>
            <a:ext cx="7114032" cy="2377440"/>
          </a:xfrm>
          <a:prstGeom prst="roundRect">
            <a:avLst>
              <a:gd name="adj" fmla="val 3462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目录结构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46320" y="19385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19385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sites.tsv（1462 条源头）+ sites.json + 分析报告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359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23591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/ 测试 / 冒烟 / 打包 / 链接检测 / schema.sql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7797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277977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 · admin · todo · ip 四页，css/ js/ data/ 自包含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dist/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320040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package.mjs 单文件打包产物（约 340KB）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6210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+ backups/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9360" y="362102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各版本规格与改动前备份，可随时回退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931920"/>
            <a:ext cx="11183112" cy="2011680"/>
          </a:xfrm>
          <a:prstGeom prst="roundRect">
            <a:avLst>
              <a:gd name="adj" fmla="val 4091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4096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77240" y="452628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101A38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4526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双击即用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51460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主页面零依赖本地服务，任何改动不得破坏这一点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6400800" y="452628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101A38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4526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一处治理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13816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数据清洗逻辑浏览器 + CLI 双端复用，输出逐字节一致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777240" y="5129784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101A38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" y="51297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低侵入可回退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514600" y="5129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新功能独立文件、备份齐全，git checkout 单文件可回退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6400800" y="5129784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101A38">
              <a:alpha val="80000"/>
            </a:srgbClr>
          </a:solidFill>
          <a:ln w="9525">
            <a:solidFill>
              <a:srgbClr val="2A3A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51297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渐进增强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138160" y="5129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离线核心可用，登录 / 云同步 / 反馈按需动态加载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7C4DFF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E5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754880"/>
            <a:ext cx="6400800" cy="5486400"/>
          </a:xfrm>
          <a:prstGeom prst="ellipse">
            <a:avLst/>
          </a:prstGeom>
          <a:solidFill>
            <a:srgbClr val="3D8B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743200" y="4206240"/>
            <a:ext cx="5486400" cy="4572000"/>
          </a:xfrm>
          <a:prstGeom prst="ellipse">
            <a:avLst/>
          </a:prstGeom>
          <a:solidFill>
            <a:srgbClr val="FF6E9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 航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184648" y="2011680"/>
            <a:ext cx="1828800" cy="64008"/>
          </a:xfrm>
          <a:prstGeom prst="roundRect">
            <a:avLst>
              <a:gd name="adj" fmla="val 714286"/>
            </a:avLst>
          </a:prstGeom>
          <a:solidFill>
            <a:srgbClr val="00E5C7"/>
          </a:solidFill>
          <a:ln/>
        </p:spPr>
      </p:sp>
      <p:sp>
        <p:nvSpPr>
          <p:cNvPr id="9" name="Shape 7"/>
          <p:cNvSpPr/>
          <p:nvPr/>
        </p:nvSpPr>
        <p:spPr>
          <a:xfrm>
            <a:off x="5184648" y="2011680"/>
            <a:ext cx="1097280" cy="64008"/>
          </a:xfrm>
          <a:prstGeom prst="roundRect">
            <a:avLst>
              <a:gd name="adj" fmla="val 714286"/>
            </a:avLst>
          </a:prstGeom>
          <a:solidFill>
            <a:srgbClr val="7C4D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468880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633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578608"/>
            <a:ext cx="36850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四页完整 · 1462 站点 · 9 主题 × 7 色 · 搜索/工具箱/热搜/排行/起始页/登录云同步/PWA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633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2578608"/>
            <a:ext cx="36850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 + 双冒烟 + 单文件校验全绿，改动全部留档可回退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02920" y="3721608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3831336"/>
            <a:ext cx="36850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本地优先的私人数字港口：轻、快、美、离线可用、数据自由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172200" y="3721608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141C36">
              <a:alpha val="92000"/>
            </a:srgbClr>
          </a:solidFill>
          <a:ln w="12700">
            <a:solidFill>
              <a:srgbClr val="2A3A6E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26680" y="3831336"/>
            <a:ext cx="36850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A9B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云同步多设备冲突处理 · 设置项 UI · 公开部署反滥用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2194560" y="5212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E5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屿航 · 探索每一座数字岛屿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2026-09-02T05:34:54Z</dcterms:created>
  <dcterms:modified xsi:type="dcterms:W3CDTF">2026-09-02T05:34:54Z</dcterms:modified>
</cp:coreProperties>
</file>